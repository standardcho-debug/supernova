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5750" y="190500"/>
            <a:ext cx="9525000" cy="1428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550" b="1">
                <a:latin typeface="Noto Sans KR"/>
                <a:ea typeface="Noto Sans KR"/>
                <a:cs typeface="Noto Sans KR"/>
              </a:rPr>
              <a:t>0 개인화라고만 쓰면 TIPS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5750" y="1714500"/>
            <a:ext cx="9525000" cy="1428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550" b="1" spc="-250">
                <a:latin typeface="Noto Sans KR"/>
                <a:ea typeface="Noto Sans KR"/>
                <a:cs typeface="Noto Sans KR"/>
              </a:rPr>
              <a:t>1 개인화라고만 쓰면 TIPS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5750" y="3238500"/>
            <a:ext cx="9525000" cy="1428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550" b="1">
                <a:solidFill>
                  <a:srgbClr val="0F1A2E"/>
                </a:solidFill>
                <a:latin typeface="Noto Sans KR"/>
                <a:ea typeface="Noto Sans KR"/>
                <a:cs typeface="Noto Sans KR"/>
              </a:rPr>
              <a:t>2 개인화라고만 쓰면 TIPS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5750" y="4762500"/>
            <a:ext cx="9525000" cy="1428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ts val="6438"/>
              </a:lnSpc>
            </a:pPr>
            <a:r>
              <a:rPr sz="5550" b="1">
                <a:latin typeface="Noto Sans KR"/>
                <a:ea typeface="Noto Sans KR"/>
                <a:cs typeface="Noto Sans KR"/>
              </a:rPr>
              <a:t>3 개인화라고만 쓰면 TIPS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5750" y="6286500"/>
            <a:ext cx="9525000" cy="142875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5550" b="1">
                <a:latin typeface="Noto Sans KR"/>
                <a:ea typeface="Noto Sans KR"/>
                <a:cs typeface="Noto Sans KR"/>
              </a:rPr>
              <a:t>4 개인화라고만 쓰면 TIPS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5750" y="7810500"/>
            <a:ext cx="9525000" cy="1428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5550" b="1">
                <a:latin typeface="Noto Sans KR"/>
                <a:ea typeface="Noto Sans KR"/>
                <a:cs typeface="Noto Sans KR"/>
              </a:rPr>
              <a:t>5 개인화라고만 쓰면 TIPS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5750" y="9334500"/>
            <a:ext cx="9525000" cy="142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6438"/>
              </a:lnSpc>
            </a:pPr>
            <a:r>
              <a:rPr sz="5550" b="1" spc="-250">
                <a:solidFill>
                  <a:srgbClr val="0F1A2E"/>
                </a:solidFill>
                <a:latin typeface="Noto Sans KR"/>
                <a:ea typeface="Noto Sans KR"/>
                <a:cs typeface="Noto Sans KR"/>
              </a:rPr>
              <a:t>6 개인화라고만 쓰면 TIPS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5750" y="10858500"/>
            <a:ext cx="9525000" cy="142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6438"/>
              </a:lnSpc>
            </a:pPr>
            <a:r>
              <a:rPr sz="5550" b="1" spc="-250">
                <a:solidFill>
                  <a:srgbClr val="0F1A2E"/>
                </a:solidFill>
                <a:latin typeface="Noto Sans KR Bold"/>
                <a:ea typeface="Noto Sans KR Bold"/>
                <a:cs typeface="Noto Sans KR Bold"/>
              </a:rPr>
              <a:t>7 개인화라고만 쓰면 TIPS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