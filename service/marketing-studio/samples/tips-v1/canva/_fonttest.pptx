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Pretendard"/>
                <a:ea typeface="Pretendard"/>
                <a:cs typeface="Pretendard"/>
              </a:rPr>
              <a:t>00 두 축이 만나는 자리 TIPS </a:t>
            </a:r>
            <a:r>
              <a:rPr sz="2400" b="1">
                <a:latin typeface="Pretendard"/>
                <a:ea typeface="Pretendard"/>
                <a:cs typeface="Pretendard"/>
              </a:rPr>
              <a:t>00 두 축이 만나는 자리 TIPS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001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Pretendard Variable"/>
                <a:ea typeface="Pretendard Variable"/>
                <a:cs typeface="Pretendard Variable"/>
              </a:rPr>
              <a:t>01 두 축이 만나는 자리 TIPS </a:t>
            </a:r>
            <a:r>
              <a:rPr sz="2400" b="1">
                <a:latin typeface="Pretendard Variable"/>
                <a:ea typeface="Pretendard Variable"/>
                <a:cs typeface="Pretendard Variable"/>
              </a:rPr>
              <a:t>01 두 축이 만나는 자리 TIPS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4097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Pretendard Bold"/>
                <a:ea typeface="Pretendard Bold"/>
                <a:cs typeface="Pretendard Bold"/>
              </a:rPr>
              <a:t>02 두 축이 만나는 자리 TIPS </a:t>
            </a:r>
            <a:r>
              <a:rPr sz="2400" b="1">
                <a:latin typeface="Pretendard Bold"/>
                <a:ea typeface="Pretendard Bold"/>
                <a:cs typeface="Pretendard Bold"/>
              </a:rPr>
              <a:t>02 두 축이 만나는 자리 TIPS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20193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Noto Sans KR"/>
                <a:ea typeface="Noto Sans KR"/>
                <a:cs typeface="Noto Sans KR"/>
              </a:rPr>
              <a:t>03 두 축이 만나는 자리 TIPS </a:t>
            </a:r>
            <a:r>
              <a:rPr sz="2400" b="1">
                <a:latin typeface="Noto Sans KR"/>
                <a:ea typeface="Noto Sans KR"/>
                <a:cs typeface="Noto Sans KR"/>
              </a:rPr>
              <a:t>03 두 축이 만나는 자리 TIPS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6289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Noto Sans Korean"/>
                <a:ea typeface="Noto Sans Korean"/>
                <a:cs typeface="Noto Sans Korean"/>
              </a:rPr>
              <a:t>04 두 축이 만나는 자리 TIPS </a:t>
            </a:r>
            <a:r>
              <a:rPr sz="2400" b="1">
                <a:latin typeface="Noto Sans Korean"/>
                <a:ea typeface="Noto Sans Korean"/>
                <a:cs typeface="Noto Sans Korean"/>
              </a:rPr>
              <a:t>04 두 축이 만나는 자리 TIPS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32385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Spoqa Han Sans Neo"/>
                <a:ea typeface="Spoqa Han Sans Neo"/>
                <a:cs typeface="Spoqa Han Sans Neo"/>
              </a:rPr>
              <a:t>05 두 축이 만나는 자리 TIPS </a:t>
            </a:r>
            <a:r>
              <a:rPr sz="2400" b="1">
                <a:latin typeface="Spoqa Han Sans Neo"/>
                <a:ea typeface="Spoqa Han Sans Neo"/>
                <a:cs typeface="Spoqa Han Sans Neo"/>
              </a:rPr>
              <a:t>05 두 축이 만나는 자리 TIPS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38481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Nanum Gothic"/>
                <a:ea typeface="Nanum Gothic"/>
                <a:cs typeface="Nanum Gothic"/>
              </a:rPr>
              <a:t>06 두 축이 만나는 자리 TIPS </a:t>
            </a:r>
            <a:r>
              <a:rPr sz="2400" b="1">
                <a:latin typeface="Nanum Gothic"/>
                <a:ea typeface="Nanum Gothic"/>
                <a:cs typeface="Nanum Gothic"/>
              </a:rPr>
              <a:t>06 두 축이 만나는 자리 TIPS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44577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NanumGothic"/>
                <a:ea typeface="NanumGothic"/>
                <a:cs typeface="NanumGothic"/>
              </a:rPr>
              <a:t>07 두 축이 만나는 자리 TIPS </a:t>
            </a:r>
            <a:r>
              <a:rPr sz="2400" b="1">
                <a:latin typeface="NanumGothic"/>
                <a:ea typeface="NanumGothic"/>
                <a:cs typeface="NanumGothic"/>
              </a:rPr>
              <a:t>07 두 축이 만나는 자리 TIPS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0673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NanumSquare"/>
                <a:ea typeface="NanumSquare"/>
                <a:cs typeface="NanumSquare"/>
              </a:rPr>
              <a:t>08 두 축이 만나는 자리 TIPS </a:t>
            </a:r>
            <a:r>
              <a:rPr sz="2400" b="1">
                <a:latin typeface="NanumSquare"/>
                <a:ea typeface="NanumSquare"/>
                <a:cs typeface="NanumSquare"/>
              </a:rPr>
              <a:t>08 두 축이 만나는 자리 TIPS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56769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IBM Plex Sans KR"/>
                <a:ea typeface="IBM Plex Sans KR"/>
                <a:cs typeface="IBM Plex Sans KR"/>
              </a:rPr>
              <a:t>09 두 축이 만나는 자리 TIPS </a:t>
            </a:r>
            <a:r>
              <a:rPr sz="2400" b="1">
                <a:latin typeface="IBM Plex Sans KR"/>
                <a:ea typeface="IBM Plex Sans KR"/>
                <a:cs typeface="IBM Plex Sans KR"/>
              </a:rPr>
              <a:t>09 두 축이 만나는 자리 TIPS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62865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SUIT"/>
                <a:ea typeface="SUIT"/>
                <a:cs typeface="SUIT"/>
              </a:rPr>
              <a:t>10 두 축이 만나는 자리 TIPS </a:t>
            </a:r>
            <a:r>
              <a:rPr sz="2400" b="1">
                <a:latin typeface="SUIT"/>
                <a:ea typeface="SUIT"/>
                <a:cs typeface="SUIT"/>
              </a:rPr>
              <a:t>10 두 축이 만나는 자리 TIPS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8961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Wanted Sans"/>
                <a:ea typeface="Wanted Sans"/>
                <a:cs typeface="Wanted Sans"/>
              </a:rPr>
              <a:t>11 두 축이 만나는 자리 TIPS </a:t>
            </a:r>
            <a:r>
              <a:rPr sz="2400" b="1">
                <a:latin typeface="Wanted Sans"/>
                <a:ea typeface="Wanted Sans"/>
                <a:cs typeface="Wanted Sans"/>
              </a:rPr>
              <a:t>11 두 축이 만나는 자리 TIPS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75057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Gothic A1"/>
                <a:ea typeface="Gothic A1"/>
                <a:cs typeface="Gothic A1"/>
              </a:rPr>
              <a:t>12 두 축이 만나는 자리 TIPS </a:t>
            </a:r>
            <a:r>
              <a:rPr sz="2400" b="1">
                <a:latin typeface="Gothic A1"/>
                <a:ea typeface="Gothic A1"/>
                <a:cs typeface="Gothic A1"/>
              </a:rPr>
              <a:t>12 두 축이 만나는 자리 TIPS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81153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Gmarket Sans"/>
                <a:ea typeface="Gmarket Sans"/>
                <a:cs typeface="Gmarket Sans"/>
              </a:rPr>
              <a:t>13 두 축이 만나는 자리 TIPS </a:t>
            </a:r>
            <a:r>
              <a:rPr sz="2400" b="1">
                <a:latin typeface="Gmarket Sans"/>
                <a:ea typeface="Gmarket Sans"/>
                <a:cs typeface="Gmarket Sans"/>
              </a:rPr>
              <a:t>13 두 축이 만나는 자리 TIPS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87249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Black Han Sans"/>
                <a:ea typeface="Black Han Sans"/>
                <a:cs typeface="Black Han Sans"/>
              </a:rPr>
              <a:t>14 두 축이 만나는 자리 TIPS </a:t>
            </a:r>
            <a:r>
              <a:rPr sz="2400" b="1">
                <a:latin typeface="Black Han Sans"/>
                <a:ea typeface="Black Han Sans"/>
                <a:cs typeface="Black Han Sans"/>
              </a:rPr>
              <a:t>14 두 축이 만나는 자리 TIPS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93345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Do Hyeon"/>
                <a:ea typeface="Do Hyeon"/>
                <a:cs typeface="Do Hyeon"/>
              </a:rPr>
              <a:t>15 두 축이 만나는 자리 TIPS </a:t>
            </a:r>
            <a:r>
              <a:rPr sz="2400" b="1">
                <a:latin typeface="Do Hyeon"/>
                <a:ea typeface="Do Hyeon"/>
                <a:cs typeface="Do Hyeon"/>
              </a:rPr>
              <a:t>15 두 축이 만나는 자리 TIPS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99441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S-Core Dream"/>
                <a:ea typeface="S-Core Dream"/>
                <a:cs typeface="S-Core Dream"/>
              </a:rPr>
              <a:t>16 두 축이 만나는 자리 TIPS </a:t>
            </a:r>
            <a:r>
              <a:rPr sz="2400" b="1">
                <a:latin typeface="S-Core Dream"/>
                <a:ea typeface="S-Core Dream"/>
                <a:cs typeface="S-Core Dream"/>
              </a:rPr>
              <a:t>16 두 축이 만나는 자리 TIPS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105537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Nanum Square Neo"/>
                <a:ea typeface="Nanum Square Neo"/>
                <a:cs typeface="Nanum Square Neo"/>
              </a:rPr>
              <a:t>17 두 축이 만나는 자리 TIPS </a:t>
            </a:r>
            <a:r>
              <a:rPr sz="2400" b="1">
                <a:latin typeface="Nanum Square Neo"/>
                <a:ea typeface="Nanum Square Neo"/>
                <a:cs typeface="Nanum Square Neo"/>
              </a:rPr>
              <a:t>17 두 축이 만나는 자리 TIPS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111633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Malgun Gothic"/>
                <a:ea typeface="Malgun Gothic"/>
                <a:cs typeface="Malgun Gothic"/>
              </a:rPr>
              <a:t>18 두 축이 만나는 자리 TIPS </a:t>
            </a:r>
            <a:r>
              <a:rPr sz="2400" b="1">
                <a:latin typeface="Malgun Gothic"/>
                <a:ea typeface="Malgun Gothic"/>
                <a:cs typeface="Malgun Gothic"/>
              </a:rPr>
              <a:t>18 두 축이 만나는 자리 TIPS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11772900"/>
            <a:ext cx="9525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latin typeface="Apple SD Gothic Neo"/>
                <a:ea typeface="Apple SD Gothic Neo"/>
                <a:cs typeface="Apple SD Gothic Neo"/>
              </a:rPr>
              <a:t>19 두 축이 만나는 자리 TIPS </a:t>
            </a:r>
            <a:r>
              <a:rPr sz="2400" b="1">
                <a:latin typeface="Apple SD Gothic Neo"/>
                <a:ea typeface="Apple SD Gothic Neo"/>
                <a:cs typeface="Apple SD Gothic Neo"/>
              </a:rPr>
              <a:t>19 두 축이 만나는 자리 TIPS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