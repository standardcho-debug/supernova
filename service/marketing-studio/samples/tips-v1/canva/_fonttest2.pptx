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5750" y="190500"/>
            <a:ext cx="9906000" cy="1333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50" b="1">
                <a:latin typeface="Noto Sans KR"/>
                <a:ea typeface="Noto Sans KR"/>
                <a:cs typeface="Noto Sans KR"/>
              </a:rPr>
              <a:t>0 개인화라고만 쓰면 TIPS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5750" y="1571625"/>
            <a:ext cx="9906000" cy="1333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50" b="0">
                <a:latin typeface="Noto Sans KR Bold"/>
                <a:ea typeface="Noto Sans KR Bold"/>
                <a:cs typeface="Noto Sans KR Bold"/>
              </a:rPr>
              <a:t>1 개인화라고만 쓰면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5750" y="2952750"/>
            <a:ext cx="9906000" cy="1333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50" b="0">
                <a:latin typeface="Noto Sans KR ExtraBold"/>
                <a:ea typeface="Noto Sans KR ExtraBold"/>
                <a:cs typeface="Noto Sans KR ExtraBold"/>
              </a:rPr>
              <a:t>2 개인화라고만 쓰면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5750" y="4333875"/>
            <a:ext cx="9906000" cy="1333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50" b="0">
                <a:latin typeface="Noto Sans KR Black"/>
                <a:ea typeface="Noto Sans KR Black"/>
                <a:cs typeface="Noto Sans KR Black"/>
              </a:rPr>
              <a:t>3 개인화라고만 쓰면 TIPS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5750" y="5715000"/>
            <a:ext cx="9906000" cy="1333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50" b="1">
                <a:latin typeface="IBM Plex Sans KR"/>
                <a:ea typeface="IBM Plex Sans KR"/>
                <a:cs typeface="IBM Plex Sans KR"/>
              </a:rPr>
              <a:t>4 개인화라고만 쓰면 TIPS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5750" y="7096125"/>
            <a:ext cx="9906000" cy="1333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50" b="1">
                <a:latin typeface="Nanum Gothic"/>
                <a:ea typeface="Nanum Gothic"/>
                <a:cs typeface="Nanum Gothic"/>
              </a:rPr>
              <a:t>5 개인화라고만 쓰면 TIPS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750" y="8477250"/>
            <a:ext cx="9906000" cy="1333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50" b="0">
                <a:latin typeface="Nanum Gothic ExtraBold"/>
                <a:ea typeface="Nanum Gothic ExtraBold"/>
                <a:cs typeface="Nanum Gothic ExtraBold"/>
              </a:rPr>
              <a:t>6 개인화라고만 쓰면 TIPS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5750" y="9858375"/>
            <a:ext cx="9906000" cy="1333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50" b="1">
                <a:latin typeface="Gothic A1"/>
                <a:ea typeface="Gothic A1"/>
                <a:cs typeface="Gothic A1"/>
              </a:rPr>
              <a:t>7 개인화라고만 쓰면 TIPS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750" y="11239500"/>
            <a:ext cx="9906000" cy="1333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50" b="1">
                <a:latin typeface="Pretendard"/>
                <a:ea typeface="Pretendard"/>
                <a:cs typeface="Pretendard"/>
              </a:rPr>
              <a:t>8 개인화라고만 쓰면 TIPS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