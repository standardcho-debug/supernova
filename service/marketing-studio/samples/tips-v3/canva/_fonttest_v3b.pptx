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952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700" b="1">
                <a:latin typeface="Noto Sans KR"/>
                <a:ea typeface="Noto Sans KR"/>
                <a:cs typeface="Noto Sans KR"/>
              </a:rPr>
              <a:t>A 기본 한글 굵기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809750"/>
            <a:ext cx="952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700" b="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B 색 한글 굵기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3238500"/>
            <a:ext cx="952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6953"/>
              </a:lnSpc>
            </a:pPr>
            <a:r>
              <a:rPr sz="5700" b="1">
                <a:latin typeface="Noto Sans KR"/>
                <a:ea typeface="Noto Sans KR"/>
                <a:cs typeface="Noto Sans KR"/>
              </a:rPr>
              <a:t>C 줄간격 한글 굵기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4667250"/>
            <a:ext cx="9525000" cy="1143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5700" b="1">
                <a:latin typeface="Noto Sans KR"/>
                <a:ea typeface="Noto Sans KR"/>
                <a:cs typeface="Noto Sans KR"/>
              </a:rPr>
              <a:t>D 박스설정 한글 굵기 TIPS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6096000"/>
            <a:ext cx="9525000" cy="1143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6953"/>
              </a:lnSpc>
            </a:pPr>
            <a:r>
              <a:rPr sz="5700" b="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E 전부 한글 굵기 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7524750"/>
            <a:ext cx="9525000" cy="1143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6953"/>
              </a:lnSpc>
            </a:pPr>
            <a:r>
              <a:rPr sz="5700" b="1" spc="-228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F 전부+자간 한글 굵기 TIPS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