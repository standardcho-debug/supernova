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b"/>
          <p:cNvSpPr txBox="1"/>
          <p:nvPr/>
        </p:nvSpPr>
        <p:spPr>
          <a:xfrm>
            <a:off x="838200" y="792480"/>
            <a:ext cx="1898861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co-founder</a:t>
            </a:r>
          </a:p>
        </p:txBody>
      </p:sp>
      <p:sp>
        <p:nvSpPr>
          <p:cNvPr id="3" name="T H1"/>
          <p:cNvSpPr txBox="1"/>
          <p:nvPr/>
        </p:nvSpPr>
        <p:spPr>
          <a:xfrm>
            <a:off x="838200" y="1421130"/>
            <a:ext cx="9448800" cy="1859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19"/>
              </a:lnSpc>
            </a:pPr>
            <a:r>
              <a:rPr sz="6000" b="1" spc="-240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TIPS 준비 전에,</a:t>
            </a:r>
          </a:p>
          <a:p>
            <a:pPr algn="l">
              <a:lnSpc>
                <a:spcPts val="7319"/>
              </a:lnSpc>
            </a:pPr>
            <a:r>
              <a:rPr sz="6000" b="1" spc="-240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우리 회사 시스템지도부터</a:t>
            </a:r>
          </a:p>
        </p:txBody>
      </p:sp>
      <p:sp>
        <p:nvSpPr>
          <p:cNvPr id="4" name="T lead"/>
          <p:cNvSpPr txBox="1"/>
          <p:nvPr/>
        </p:nvSpPr>
        <p:spPr>
          <a:xfrm>
            <a:off x="838200" y="3429000"/>
            <a:ext cx="7211467" cy="485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825"/>
              </a:lnSpc>
            </a:pPr>
            <a:r>
              <a:rPr sz="255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사람·AI·코드 중 누가 결정하는지 한 장으로</a:t>
            </a:r>
          </a:p>
        </p:txBody>
      </p:sp>
      <p:sp>
        <p:nvSpPr>
          <p:cNvPr id="5" name="DIV"/>
          <p:cNvSpPr/>
          <p:nvPr/>
        </p:nvSpPr>
        <p:spPr>
          <a:xfrm>
            <a:off x="838200" y="4476750"/>
            <a:ext cx="8610600" cy="581025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9050">
            <a:solidFill>
              <a:srgbClr val="E4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IMG axmap_ad.png" descr="axmap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4495800"/>
            <a:ext cx="8610600" cy="5810250"/>
          </a:xfrm>
          <a:prstGeom prst="rect">
            <a:avLst/>
          </a:prstGeom>
        </p:spPr>
      </p:pic>
      <p:sp>
        <p:nvSpPr>
          <p:cNvPr id="7" name="co"/>
          <p:cNvSpPr/>
          <p:nvPr/>
        </p:nvSpPr>
        <p:spPr>
          <a:xfrm>
            <a:off x="1238250" y="7239000"/>
            <a:ext cx="2590800" cy="609600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 co"/>
          <p:cNvSpPr txBox="1"/>
          <p:nvPr/>
        </p:nvSpPr>
        <p:spPr>
          <a:xfrm>
            <a:off x="1238250" y="7239000"/>
            <a:ext cx="259080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700"/>
              </a:lnSpc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누가 결정하나</a:t>
            </a:r>
          </a:p>
        </p:txBody>
      </p:sp>
      <p:sp>
        <p:nvSpPr>
          <p:cNvPr id="9" name="n"/>
          <p:cNvSpPr/>
          <p:nvPr/>
        </p:nvSpPr>
        <p:spPr>
          <a:xfrm>
            <a:off x="1352550" y="7334250"/>
            <a:ext cx="419100" cy="4191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 n"/>
          <p:cNvSpPr txBox="1"/>
          <p:nvPr/>
        </p:nvSpPr>
        <p:spPr>
          <a:xfrm>
            <a:off x="1238250" y="7239000"/>
            <a:ext cx="259080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1" name="co"/>
          <p:cNvSpPr/>
          <p:nvPr/>
        </p:nvSpPr>
        <p:spPr>
          <a:xfrm>
            <a:off x="5334000" y="4953000"/>
            <a:ext cx="2670870" cy="609600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 co"/>
          <p:cNvSpPr txBox="1"/>
          <p:nvPr/>
        </p:nvSpPr>
        <p:spPr>
          <a:xfrm>
            <a:off x="5334000" y="4953000"/>
            <a:ext cx="267087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700"/>
              </a:lnSpc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주인 없는 결정</a:t>
            </a:r>
          </a:p>
        </p:txBody>
      </p:sp>
      <p:sp>
        <p:nvSpPr>
          <p:cNvPr id="13" name="n or"/>
          <p:cNvSpPr/>
          <p:nvPr/>
        </p:nvSpPr>
        <p:spPr>
          <a:xfrm>
            <a:off x="5448300" y="5048250"/>
            <a:ext cx="419100" cy="4191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 n or"/>
          <p:cNvSpPr txBox="1"/>
          <p:nvPr/>
        </p:nvSpPr>
        <p:spPr>
          <a:xfrm>
            <a:off x="5334000" y="4953000"/>
            <a:ext cx="267087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!</a:t>
            </a:r>
          </a:p>
        </p:txBody>
      </p:sp>
      <p:sp>
        <p:nvSpPr>
          <p:cNvPr id="15" name="box"/>
          <p:cNvSpPr/>
          <p:nvPr/>
        </p:nvSpPr>
        <p:spPr>
          <a:xfrm>
            <a:off x="838200" y="10763250"/>
            <a:ext cx="8610600" cy="1143000"/>
          </a:xfrm>
          <a:prstGeom prst="roundRect">
            <a:avLst>
              <a:gd name="adj" fmla="val 20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 box"/>
          <p:cNvSpPr txBox="1"/>
          <p:nvPr/>
        </p:nvSpPr>
        <p:spPr>
          <a:xfrm>
            <a:off x="3278832" y="11079420"/>
            <a:ext cx="4756733" cy="502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59"/>
              </a:lnSpc>
            </a:pPr>
            <a:r>
              <a: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무료 AX 진단 신청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 피드 광고 v3 (마스터)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