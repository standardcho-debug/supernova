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8575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Noto Sans KR"/>
                <a:ea typeface="Noto Sans KR"/>
                <a:cs typeface="Noto Sans KR"/>
              </a:rPr>
              <a:t>1. 한글 굵기 테스트 ABC (Noto Sans KR 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16205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0">
                <a:latin typeface="Noto Sans KR Bold"/>
                <a:ea typeface="Noto Sans KR Bold"/>
                <a:cs typeface="Noto Sans KR Bold"/>
              </a:rPr>
              <a:t>2. 한글 굵기 테스트 ABC (Noto Sans KR Bold)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203835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0">
                <a:latin typeface="Noto Sans KR Black"/>
                <a:ea typeface="Noto Sans KR Black"/>
                <a:cs typeface="Noto Sans KR Black"/>
              </a:rPr>
              <a:t>3. 한글 굵기 테스트 ABC (Noto Sans KR Black)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291465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Nanum Gothic"/>
                <a:ea typeface="Nanum Gothic"/>
                <a:cs typeface="Nanum Gothic"/>
              </a:rPr>
              <a:t>4. 한글 굵기 테스트 ABC (Nanum Gothic 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79095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0">
                <a:latin typeface="Nanum Gothic ExtraBold"/>
                <a:ea typeface="Nanum Gothic ExtraBold"/>
                <a:cs typeface="Nanum Gothic ExtraBold"/>
              </a:rPr>
              <a:t>5. 한글 굵기 테스트 ABC (Nanum Gothic ExtraBold)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466725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NanumSquare"/>
                <a:ea typeface="NanumSquare"/>
                <a:cs typeface="NanumSquare"/>
              </a:rPr>
              <a:t>6. 한글 굵기 테스트 ABC (NanumSquare 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554355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Spoqa Han Sans Neo"/>
                <a:ea typeface="Spoqa Han Sans Neo"/>
                <a:cs typeface="Spoqa Han Sans Neo"/>
              </a:rPr>
              <a:t>7. 한글 굵기 테스트 ABC (Spoqa Han Sans Neo 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641985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Pretendard"/>
                <a:ea typeface="Pretendard"/>
                <a:cs typeface="Pretendard"/>
              </a:rPr>
              <a:t>8. 한글 굵기 테스트 ABC (Pretendard 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729615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IBM Plex Sans KR"/>
                <a:ea typeface="IBM Plex Sans KR"/>
                <a:cs typeface="IBM Plex Sans KR"/>
              </a:rPr>
              <a:t>9. 한글 굵기 테스트 ABC (IBM Plex Sans KR 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817245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Gmarket Sans"/>
                <a:ea typeface="Gmarket Sans"/>
                <a:cs typeface="Gmarket Sans"/>
              </a:rPr>
              <a:t>10. 한글 굵기 테스트 ABC (Gmarket Sans 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904875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0">
                <a:latin typeface="Black Han Sans"/>
                <a:ea typeface="Black Han Sans"/>
                <a:cs typeface="Black Han Sans"/>
              </a:rPr>
              <a:t>11. 한글 굵기 테스트 ABC (Black Han Sans)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992505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0">
                <a:latin typeface="Do Hyeon"/>
                <a:ea typeface="Do Hyeon"/>
                <a:cs typeface="Do Hyeon"/>
              </a:rPr>
              <a:t>12. 한글 굵기 테스트 ABC (Do Hyeon)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1080135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Gothic A1"/>
                <a:ea typeface="Gothic A1"/>
                <a:cs typeface="Gothic A1"/>
              </a:rPr>
              <a:t>13. 한글 굵기 테스트 ABC (Gothic A1 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1167765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Nanum Myeongjo"/>
                <a:ea typeface="Nanum Myeongjo"/>
                <a:cs typeface="Nanum Myeongjo"/>
              </a:rPr>
              <a:t>14. 한글 굵기 테스트 ABC (Nanum Myeongjo 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