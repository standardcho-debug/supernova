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1장]</a:t>
            </a:r>
          </a:p>
          <a:p>
            <a:r>
              <a:t>인사 후 한 문장: "오늘은 로제AI 영업팀의 반복 업무를 AI 영업비서에게 넘기는 12주 계획을 말씀드리러 왔습니다."</a:t>
            </a:r>
          </a:p>
          <a:p>
            <a:r>
              <a:t>발표는 13분 안팎, 나머지는 질문과 대화. 표지의 회사명은 클릭해서 바로 고칠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2장]</a:t>
            </a:r>
          </a:p>
          <a:p>
            <a:r>
              <a:t>오늘 순서를 한 번에 보여 드립니다.</a:t>
            </a:r>
          </a:p>
          <a:p>
            <a:r>
              <a:t>co·founder 소개 → 도담푸드 AX 전환 사례 → 로제AI AI 영업비서 → 12주 파일럿과 다음 단계.</a:t>
            </a:r>
          </a:p>
          <a:p>
            <a:r>
              <a:t>넘기기 전에 '그 전에 먼저 여쭙고 싶은 게 있습니다'로 다음 장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3장]</a:t>
            </a:r>
          </a:p>
          <a:p>
            <a:r>
              <a:t>인사 다음 바로 이 장. '오늘은 저희가 말하기보다 듣고 싶습니다'로 시작합니다.</a:t>
            </a:r>
          </a:p>
          <a:p>
            <a:r>
              <a:t>세 질문은 마지막 장에서 다시 묻고, 답을 그 자리에서 적습니다. 지금은 머릿속에 담아 두시라고만 말합니다.</a:t>
            </a:r>
          </a:p>
          <a:p>
            <a:r>
              <a:t>발표는 13분 안팎, 나머지는 질문과 대화.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4장]</a:t>
            </a:r>
          </a:p>
          <a:p>
            <a:r>
              <a:t>숫자는 빠르게 지나갑니다. 핵심은 '개발 + 사업' 두 사람이 같이 들어간다는 것.</a:t>
            </a:r>
          </a:p>
          <a:p>
            <a:r>
              <a:t>강주원: 개발·운영 총괄. 조기준: 사업·GTM 총괄.</a:t>
            </a:r>
          </a:p>
          <a:p>
            <a:r>
              <a:t>7곳 운영 중, 38건 프로젝트 — 지금도 돌고 있는 시스템을 책임지고 있다는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5장]</a:t>
            </a:r>
          </a:p>
          <a:p>
            <a:r>
              <a:t>두 줄의 차이를 손으로 짚어 줍니다. 위는 도구만 더한 것, 아래는 판단 자리가 바뀐 것.</a:t>
            </a:r>
          </a:p>
          <a:p>
            <a:r>
              <a:t>AX 3단계(사용·변경·결정) 중 대부분 회사는 '사용'에 머뭅니다. 우리가 말하는 AX는 '결정'까지 가는 것.</a:t>
            </a:r>
          </a:p>
          <a:p>
            <a:r>
              <a:t>직원분들께: '사람은 예외만'이 포인트. 일을 뺏는 게 아니라 반복 판단을 덜어내는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6장 · 이익식]</a:t>
            </a:r>
          </a:p>
          <a:p>
            <a:r>
              <a:t>방법론 한 장. '이익식 + 결정지도 = AX 시스템 지도'.</a:t>
            </a:r>
          </a:p>
          <a:p>
            <a:r>
              <a:t>오른쪽은 co·founder 자사의 실제 지도입니다. 우리 회사부터 이렇게 운영한다는 증거.</a:t>
            </a:r>
          </a:p>
          <a:p>
            <a:r>
              <a:t>다음 장부터 도담푸드 지도를 보여준다고 예고합니다.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6장 · 결정지도]</a:t>
            </a:r>
          </a:p>
          <a:p>
            <a:r>
              <a:t>방법론 한 장. '이익식 + 결정지도 = AX 시스템 지도'.</a:t>
            </a:r>
          </a:p>
          <a:p>
            <a:r>
              <a:t>오른쪽은 co·founder 자사의 실제 지도입니다. 우리 회사부터 이렇게 운영한다는 증거.</a:t>
            </a:r>
          </a:p>
          <a:p>
            <a:r>
              <a:t>다음 장부터 도담푸드 지도를 보여준다고 예고합니다.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7장]</a:t>
            </a:r>
          </a:p>
          <a:p>
            <a:r>
              <a:t>직원분들이 가장 궁금해할 장입니다. 'AI가 내 일을 가져가나?'에 먼저 답합니다.</a:t>
            </a:r>
          </a:p>
          <a:p>
            <a:r>
              <a:t>AI가 판단 못 하는 순간은 바로 사람에게 넘어오고, 모든 판단은 기록됩니다.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8장]</a:t>
            </a:r>
          </a:p>
          <a:p>
            <a:r>
              <a:t>사례 파트 시작. 도담푸드는 반찬 정기구독 커머스, 저희와 5년째 함께하는 고객사입니다.</a:t>
            </a:r>
          </a:p>
          <a:p>
            <a:r>
              <a:t>처음엔 월 매출 200만 원, 대표님과 실무자가 엑셀과 전화로 모든 걸 처리했습니다.</a:t>
            </a:r>
          </a:p>
          <a:p>
            <a:r>
              <a:t>오른쪽 6개 영역은 도담 결정지도의 실제 업무 묶음입니다. 전부 사람이 하던 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9장]</a:t>
            </a:r>
          </a:p>
          <a:p>
            <a:r>
              <a:t>도담의 이익을 4개 항으로 나눕니다. 어떤 회사든 이 식으로 시작합니다.</a:t>
            </a:r>
          </a:p>
          <a:p>
            <a:r>
              <a:t>각 항 아래는 그 숫자를 움직이는 실제 결정들(도담 지도의 칸)입니다.</a:t>
            </a:r>
          </a:p>
          <a:p>
            <a:r>
              <a:t>'귀사의 이익식도 이렇게 4~5개 항으로 나눌 수 있습니다' 라고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10장 · 전환 전]</a:t>
            </a:r>
          </a:p>
          <a:p>
            <a:r>
              <a:t>이 장이 하이라이트입니다. → 키 또는 위 버튼으로 [전환 전 → 지금 → 다음 후보] 순서로 넘깁니다.</a:t>
            </a:r>
          </a:p>
          <a:p>
            <a:r>
              <a:t>칸이 사람 레인(주황)에서 코드·크론 레인(초록)으로 내려가는 걸 보여줍니다.</a:t>
            </a:r>
          </a:p>
          <a:p>
            <a:r>
              <a:t>아래 이익 항 버튼을 누르면 그 항에 걸린 칸만 강조됩니다.</a:t>
            </a:r>
          </a:p>
          <a:p>
            <a:r>
              <a:t>실데이터: 도담 결정지도 전체 55칸 중 30칸을 코드·AI가 받치고, 25칸은 아직 사람이 쥐고 있습니다(2026-10-01 조회). 화면에는 대표 칸 22개만 그렸습니다.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10장 · 지금]</a:t>
            </a:r>
          </a:p>
          <a:p>
            <a:r>
              <a:t>이 장이 하이라이트입니다. → 키 또는 위 버튼으로 [전환 전 → 지금 → 다음 후보] 순서로 넘깁니다.</a:t>
            </a:r>
          </a:p>
          <a:p>
            <a:r>
              <a:t>칸이 사람 레인(주황)에서 코드·크론 레인(초록)으로 내려가는 걸 보여줍니다.</a:t>
            </a:r>
          </a:p>
          <a:p>
            <a:r>
              <a:t>아래 이익 항 버튼을 누르면 그 항에 걸린 칸만 강조됩니다.</a:t>
            </a:r>
          </a:p>
          <a:p>
            <a:r>
              <a:t>실데이터: 도담 결정지도 전체 55칸 중 30칸을 코드·AI가 받치고, 25칸은 아직 사람이 쥐고 있습니다(2026-10-01 조회). 화면에는 대표 칸 22개만 그렸습니다.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10장 · 다음 후보]</a:t>
            </a:r>
          </a:p>
          <a:p>
            <a:r>
              <a:t>이 장이 하이라이트입니다. → 키 또는 위 버튼으로 [전환 전 → 지금 → 다음 후보] 순서로 넘깁니다.</a:t>
            </a:r>
          </a:p>
          <a:p>
            <a:r>
              <a:t>칸이 사람 레인(주황)에서 코드·크론 레인(초록)으로 내려가는 걸 보여줍니다.</a:t>
            </a:r>
          </a:p>
          <a:p>
            <a:r>
              <a:t>아래 이익 항 버튼을 누르면 그 항에 걸린 칸만 강조됩니다.</a:t>
            </a:r>
          </a:p>
          <a:p>
            <a:r>
              <a:t>실데이터: 도담 결정지도 전체 55칸 중 30칸을 코드·AI가 받치고, 25칸은 아직 사람이 쥐고 있습니다(2026-10-01 조회). 화면에는 대표 칸 22개만 그렸습니다.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11장]</a:t>
            </a:r>
          </a:p>
          <a:p>
            <a:r>
              <a:t>5년을 4단계로 요약합니다. 단계 번호는 홈페이지의 AX 3단계(사용·변경·결정)와 같은 말입니다.</a:t>
            </a:r>
          </a:p>
          <a:p>
            <a:r>
              <a:t>④는 솔직하게 말합니다: 1:1 문의는 AI가 답변 초안까지 쓰고, 검토·발송·FAQ 등록은 아직 사람이 합니다. 자동 발송 스위치는 꺼져 있고, 켤지는 대표님이 정합니다.</a:t>
            </a:r>
          </a:p>
          <a:p>
            <a:r>
              <a:t>이게 약점이 아니라 진단의 가치: '어디까지 왔고 무엇이 남았는지 코드에서 확인된다'.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12장]</a:t>
            </a:r>
          </a:p>
          <a:p>
            <a:r>
              <a:t>막대는 실제 비율(50배)로 그렸습니다. 200만 원 막대가 거의 안 보이는 게 포인트.</a:t>
            </a:r>
          </a:p>
          <a:p>
            <a:r>
              <a:t>관리 인원은 그대로. 늘어난 주문을 사람이 아니라 코드와 AI가 받았습니다.</a:t>
            </a:r>
          </a:p>
          <a:p>
            <a:r>
              <a:t>예상 질문 '그게 AX 덕분인가요?' → '매출은 도담 대표님이 키웠고, 저희는 늘어난 주문을 같은 인원으로 처리할 수 있게 결정을 옮겼습니다.'</a:t>
            </a:r>
          </a:p>
          <a:p>
            <a:r>
              <a:t>⚠ 50배 수치: 내부 기록(2026-08-04 운영자 확정)은 30배로 남아 있습니다. 발표 전에 어느 쪽이 맞는지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13장]</a:t>
            </a:r>
          </a:p>
          <a:p>
            <a:r>
              <a:t>참여형 장표. '영업팀의 하루를 저희가 상상해 본 가설입니다. 틀린 곳을 짚어 주세요.'</a:t>
            </a:r>
          </a:p>
          <a:p>
            <a:r>
              <a:t>틀렸다고 하면 '어떻게 다른지' 한 번 더 묻고 넘어갑니다. 이 대답이 1주차 인터뷰의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14장]</a:t>
            </a:r>
          </a:p>
          <a:p>
            <a:r>
              <a:t>역할을 나눈 에이전트 3개가 영업 순서대로 이어서 일한다는 것만 전달합니다.</a:t>
            </a:r>
          </a:p>
          <a:p>
            <a:r>
              <a:t>아래 3가지는 예시이며, 최종 3가지는 1주차 인터뷰 후 3주차에 함께 정한다고 꼭 말합니다.</a:t>
            </a:r>
          </a:p>
          <a:p>
            <a:r>
              <a:t>마지막 줄이 핵심: 반복은 AI, 만나서 설득하고 계약하는 건 영업팀.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15장]</a:t>
            </a:r>
          </a:p>
          <a:p>
            <a:r>
              <a:t>화면은 가상 데이터라는 점을 먼저 말합니다(오른쪽 위 표시).</a:t>
            </a:r>
          </a:p>
          <a:p>
            <a:r>
              <a:t>→ 키를 누르면 현장이 한 줄씩 채워집니다. 첫 줄(물류센터)의 우선순위 이유를 읽어 줍니다.</a:t>
            </a:r>
          </a:p>
          <a:p>
            <a:r>
              <a:t>공공 인허가 정보에는 허가·착공 일정과 규모가 있고, 설계사·시공사 정보는 없습니다. 질문이 나오면 그대로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16장]</a:t>
            </a:r>
          </a:p>
          <a:p>
            <a:r>
              <a:t>'왜 로제AI인가'를 상대 회사에 맞춰 한 장으로 만든 초안이라고 설명합니다.</a:t>
            </a:r>
          </a:p>
          <a:p>
            <a:r>
              <a:t>4번 '비슷한 도입 사례'는 실제 레퍼런스를 확인한 뒤 채운다고 말합니다. 지금은 비워 둔 칸입니다.</a:t>
            </a:r>
          </a:p>
          <a:p>
            <a:r>
              <a:t>초안은 AI가, 다듬어서 전달하는 건 영업팀이.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17장]</a:t>
            </a:r>
          </a:p>
          <a:p>
            <a:r>
              <a:t>'영업사원이 한 일은 음성 메모 하나'가 이 장의 한 줄입니다.</a:t>
            </a:r>
          </a:p>
          <a:p>
            <a:r>
              <a:t>→ 키로 AI 답장, 기록·할 일·알림 카드가 차례로 나옵니다.</a:t>
            </a:r>
          </a:p>
          <a:p>
            <a:r>
              <a:t>마무리: 적은 연락으로 더 많은 미팅을 만드는 것이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18장]</a:t>
            </a:r>
          </a:p>
          <a:p>
            <a:r>
              <a:t>막대 길이는 실제 주 수 비율입니다(1·2·8·1주).</a:t>
            </a:r>
          </a:p>
          <a:p>
            <a:r>
              <a:t>핵심 문장: '12주 뒤 계속 쓸지는 영업팀이 정합니다.' 결정권을 고객에게 둡니다.</a:t>
            </a:r>
          </a:p>
          <a:p>
            <a:r>
              <a:t>가격 질문이 나오면 구두로: 진단 30만 원, 구축·운영은 에이전트가 실제 일한 시간당 15,000원.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19장]</a:t>
            </a:r>
          </a:p>
          <a:p>
            <a:r>
              <a:t>로제AI가 관심을 보인 신시장 개척·마케팅·판매 전략과 연결되는 장입니다(9/21 미팅).</a:t>
            </a:r>
          </a:p>
          <a:p>
            <a:r>
              <a:t>영업비서에 쌓이는 기록이 홍보 콘텐츠, 타겟 광고, 신시장 판단의 근거가 된다는 흐름만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20장]</a:t>
            </a:r>
          </a:p>
          <a:p>
            <a:r>
              <a:t>'저희는 영업 도구만 만드는 회사가 아닙니다'로 시작합니다.</a:t>
            </a:r>
          </a:p>
          <a:p>
            <a:r>
              <a:t>왜 영업부터인가: 영업에서 쌓인 현장·고객·제안 기록이 마케팅·설치·유지보수·경영 판단의 출발점.</a:t>
            </a:r>
          </a:p>
          <a:p>
            <a:r>
              <a:t>→ 키로 점선이 하나씩 이어집니다. 목표는 로제AI 전체가 같은 인원으로 더 크게 움직이는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[원본 21장]</a:t>
            </a:r>
          </a:p>
          <a:p>
            <a:r>
              <a:t>첫 장의 세 질문으로 돌아옵니다. 한 분씩 답을 듣고 왼쪽 칸에 바로 적습니다(브라우저에 저장).</a:t>
            </a:r>
          </a:p>
          <a:p>
            <a:r>
              <a:t>오른쪽 순서: 오늘 넓게 듣기 → 1주차 한 분씩 인터뷰 → 3주차 기능 3가지 확정.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